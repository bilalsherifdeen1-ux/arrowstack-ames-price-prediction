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ce37d0ad-a607-2bf8-caa1-71f51a4e38a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MAE (14,313) is lower than CV MAE (15,729). With only 292 test houses this is consistent with sampling variation, not evidence the model improved.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$908k figure comes from the cross-validation run where the three houses were excluded from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 note: the largest Ridge coefficients have plausible signs (living area, quality, newer construction, typical functional condition up; abnormal sale condition down). Magnitudes mix scales (standardized numeric vs one-hot categories), correlated variables share weight and some categories are rare, so coefficients are for inspection and explanation, not causal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Arrowstack ML Internship | Ames House Price Prediction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Arrowstack ML Internship | Ames House Price Prediction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463040"/>
            <a:ext cx="402336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simple Ridge regression model achieved a test MAE of $14,313 on the Ames dataset, compared with $59,568 for a constant-median baseline, while keeping the modelling process transparent and reproducible</a:t>
            </a:r>
            <a:endParaRPr lang="en-US" sz="17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Stakeholder: housing analysts, students and researchers studying predictive modelling on structured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Decision-support only: not for appraisal, lending, insurance, tax or investment decisions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Uses property attributes plus sale-record fields (SaleType, SaleCondition, MoSold, YrSold), so it is not a pre-listing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Public dataset: results are observations, not market-ready valuations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Used OpenML 42165 (1,460 rows, 81 columns), a train/test split, and 5-fold cross-validation, with the test set reserved for a single final evaluation</a:t>
            </a:r>
            <a:endParaRPr lang="en-US" sz="17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Random 80/20 split (seed 42): 1,168 training houses, 292 test houses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5-fold shuffled cross-validation on the training split for all model selection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Target modelled as log1p(SalePrice); errors reported in dollars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Preprocessing is fit inside the pipeline on training folds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OpenML license field reads NA (not stated)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Cross-validation selected Ridge + LogArea (MAE 15,729 under the outlier policy); the one-time test MAE was 14,313 versus 59,568 for the constant-median baseline</a:t>
            </a:r>
            <a:endParaRPr lang="en-US" sz="17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4630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CV and test are separate evidence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LogArea cut Ridge CV MAE by about 6%, better in all 5 folds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Gradient Boosting was not scored on the test set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Final Ridge row uses the outlier policy; other CV rows train on all houses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 MAE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Median 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54,586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59,568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Ridge 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17,313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not run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Ridge + LogArea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16,224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not run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Final Ridge (3 houses excluded from training)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15,729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14,313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Gradient Boosting (raw features)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15,916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not run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 observed failure mode appeared on three houses larger than 4,000 sq ft when those houses were held out of training, where Ridge averaged about $908k error; the test set contained only one such house</a:t>
            </a:r>
            <a:endParaRPr lang="en-US" sz="17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Trained without the three houses, Ridge's average error on them was about $908k (Gradient Boosting about $375k)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 them in training, Ridge's three worst errors were about $914k, $366k and $266k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Two sold under Partial condition at $160,000 and $184,750 despite living area above 4,600 sq ft and top quality; the third sold at $745,000 (Abnorml)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Only one test house exceeds 4,000 sq ft, so this is documented from cross-validation, not confirmed on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Kept LogArea, rejected four experiments, chose Ridge over Gradient Boosting for simplicity, and adopted a training exclusion for houses above 4,000 sq ft</a:t>
            </a:r>
            <a:endParaRPr lang="en-US" sz="17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Kept LogArea: CV MAE 17,313 to 16,224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Rejected: HouseAge (no change), qual_ord (-22), OverallQual x LogArea (16,218 vs 16,224), Random Forest (18,363)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Chose Ridge over Gradient Boosting: CV comparable (15,729 vs 15,894, inside the fold spread of about 1,200 to 1,500) and Ridge is simpler to inspect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Adopted the 4,000 sq ft training exclusion: about 500 MAE gain, directional; threshold chosen after seeing errors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Predictions above 4,000 sq ft are not recommended; a notebook guard now returns no prediction for them, added as a post-test extension</a:t>
            </a:r>
            <a:endParaRPr lang="en-US" sz="17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for houses above 4,000 sq ft: a notebook guard returns no prediction for them (1 of 292 test houses); it is not a deployed service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for appraisal, lending, insurance, tax or production valuation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 random split; alpha, features and model were chosen on the same CV folds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Gradient Boosting was not evaluated on the test 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Post-test extensions (model of record unchanged): the guard, and removing sale-record fields (CV MAE 16,224 to 16,288, no measurable difference); reported test MAE 14,313 includes the guarded house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Validate the 4,000 sq ft rule independently, move the input guard from a notebook function into a prediction service, and evaluate additional models under the same validation framework</a:t>
            </a:r>
            <a:endParaRPr lang="en-US" sz="17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Check the 4,000 sq ft rule against the dataset documentation (it was chosen after seeing errors)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Move the guard from a notebook function into a prediction service that refuses unsafe inputs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Evaluate tuned Gradient Boosting and other models with the same validation design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rowstack">
  <a:themeElements>
    <a:clrScheme name="Arrowstack">
      <a:dk1>
        <a:srgbClr val="1F2937"/>
      </a:dk1>
      <a:lt1>
        <a:srgbClr val="FFFFFF"/>
      </a:lt1>
      <a:dk2>
        <a:srgbClr val="0F4C5C"/>
      </a:dk2>
      <a:lt2>
        <a:srgbClr val="F3F4F6"/>
      </a:lt2>
      <a:accent1>
        <a:srgbClr val="0F4C5C"/>
      </a:accent1>
      <a:accent2>
        <a:srgbClr val="E36414"/>
      </a:accent2>
      <a:accent3>
        <a:srgbClr val="9A031E"/>
      </a:accent3>
      <a:accent4>
        <a:srgbClr val="5F0F40"/>
      </a:accent4>
      <a:accent5>
        <a:srgbClr val="2A9D8F"/>
      </a:accent5>
      <a:accent6>
        <a:srgbClr val="8D99AE"/>
      </a:accent6>
      <a:hlink>
        <a:srgbClr val="0F4C5C"/>
      </a:hlink>
      <a:folHlink>
        <a:srgbClr val="5F0F40"/>
      </a:folHlink>
    </a:clrScheme>
    <a:fontScheme name="Arrowst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Arrowstack ML Internship | Ames House Price Prediction</dc:title>
  <dc:subject>PptxGenJS Presentation</dc:subject>
  <dc:creator>Sherifdeen Bilal Olamilekan</dc:creator>
  <cp:lastModifiedBy>Sherifdeen Bilal Olamilekan</cp:lastModifiedBy>
  <cp:revision>1</cp:revision>
  <dcterms:created xsi:type="dcterms:W3CDTF">2026-10-10T22:32:03Z</dcterms:created>
  <dcterms:modified xsi:type="dcterms:W3CDTF">2026-10-10T22:32:03Z</dcterms:modified>
</cp:coreProperties>
</file>